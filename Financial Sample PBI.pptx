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ac785d18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dac785d18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ac785d18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ac785d18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10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 title="page_o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0"/>
            <a:ext cx="77152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page_tw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2129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page_thr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0"/>
            <a:ext cx="77152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